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AI Based Human–Elephant Conflict Prevention System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49CDB-E5ED-5423-1D9F-662B6C0BAC16}"/>
              </a:ext>
            </a:extLst>
          </p:cNvPr>
          <p:cNvSpPr txBox="1"/>
          <p:nvPr/>
        </p:nvSpPr>
        <p:spPr>
          <a:xfrm>
            <a:off x="748145" y="1454522"/>
            <a:ext cx="10036396" cy="497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Human–elephant conflicts are rising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crop damage, property loss, and risk to human lives in regions near forests.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early detection of elephants entering villages, farms, and roadside areas.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rangers receive delayed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respond quickly and prevent conflicts.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Travelers on forest roads remain unaware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elephant movement, increasing the chances of accidents.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have no automated early warning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sudden elephant encounters and extensive agricultural loss.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3967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Goal &amp; 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D5287-0810-84E7-8ACC-7674984DB160}"/>
              </a:ext>
            </a:extLst>
          </p:cNvPr>
          <p:cNvSpPr txBox="1"/>
          <p:nvPr/>
        </p:nvSpPr>
        <p:spPr>
          <a:xfrm>
            <a:off x="421342" y="1586752"/>
            <a:ext cx="7596951" cy="458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of the Project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AI system that detects elephants early and alerts people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 prevent accidents and protect crops.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Learning Objectives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use AI for real-time elephant detection.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send automated alerts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Pushbullet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skills in activating alarms and safety systems.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technology to reduce human–elephant conflict sustainably.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C7427-1F92-9AA4-37E4-8118CABADA0A}"/>
              </a:ext>
            </a:extLst>
          </p:cNvPr>
          <p:cNvSpPr txBox="1"/>
          <p:nvPr/>
        </p:nvSpPr>
        <p:spPr>
          <a:xfrm>
            <a:off x="797858" y="1562099"/>
            <a:ext cx="9484659" cy="436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AI-based YOLO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elephants in real time from continuous camera feeds.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alerts to forest rangers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Pushbullet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an elephant is detected.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warning sounds automatically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nearby farm areas to prevent crop damage safely.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alerts on digital 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 roads to warn travelers and avoid accidents.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detection screenshots with timestamps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track movement patterns and support future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0AB85-02B5-9A29-2B88-125009245469}"/>
              </a:ext>
            </a:extLst>
          </p:cNvPr>
          <p:cNvSpPr txBox="1"/>
          <p:nvPr/>
        </p:nvSpPr>
        <p:spPr>
          <a:xfrm>
            <a:off x="1281952" y="1613647"/>
            <a:ext cx="7662675" cy="389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model for real-time elephant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camera access, image processing, and frame display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Pushbullet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send instant alert notifications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Winsound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MP3 Player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continuous alarm sound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Laptop/PC Camera or CCTV Feed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real-time monitoring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Datetime &amp; OS modules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timestamping and saving screenshots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5CA90-556C-EAE8-1637-A9685ADCF88A}"/>
              </a:ext>
            </a:extLst>
          </p:cNvPr>
          <p:cNvSpPr txBox="1"/>
          <p:nvPr/>
        </p:nvSpPr>
        <p:spPr>
          <a:xfrm>
            <a:off x="1443318" y="1685366"/>
            <a:ext cx="7705956" cy="43602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 live camera feed for continuous monitoring.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YOLO to detect elephants in each video frame in real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elephant presence and trigger alert logic.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and save screenshots with timestamps when detection occurs.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Pushbullet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 to forest rangers and authorities.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continuous sound alarms to protect nearby crops.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annotated video output for monitoring and verification.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alerts and alarms when the elephant leaves the area.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29FA0-8212-2AFE-740F-0FD99E4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83" y="1907855"/>
            <a:ext cx="7187941" cy="4457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A70E93-7B8B-E256-F5FC-CA4588C09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330" y="1615603"/>
            <a:ext cx="2937217" cy="4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86F95-F8B3-BEA7-AFE0-657341230CA9}"/>
              </a:ext>
            </a:extLst>
          </p:cNvPr>
          <p:cNvSpPr txBox="1"/>
          <p:nvPr/>
        </p:nvSpPr>
        <p:spPr>
          <a:xfrm>
            <a:off x="850561" y="1384161"/>
            <a:ext cx="9942944" cy="497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reduces human–elephant conflict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early, accurate detection of elephant movement.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help forest rangers respond faster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safety for both people and wildlife.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sounds and digital boards protect farmers and travelers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minimizing crop loss and road accidents.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solution is sustainable and non-invasive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elephants are not harmed while promoting coexistence.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creates a safer environment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technology, automation, and conservation-focused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41</TotalTime>
  <Words>498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ABISHEK N</cp:lastModifiedBy>
  <cp:revision>4</cp:revision>
  <dcterms:created xsi:type="dcterms:W3CDTF">2024-12-31T09:40:01Z</dcterms:created>
  <dcterms:modified xsi:type="dcterms:W3CDTF">2025-11-14T17:41:35Z</dcterms:modified>
</cp:coreProperties>
</file>